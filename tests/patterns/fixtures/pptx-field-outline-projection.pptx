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Control 2"/>
          <p:cNvSpPr txBox="1"/>
          <p:nvPr/>
        </p:nvSpPr>
        <p:spPr>
          <a:xfrm>
            <a:off x="600000" y="500000"/>
            <a:ext cx="5000000" cy="13000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fld id="{0FBB9679-570D-4509-9600-E07789CF24BB}" type="datetime">
              <a:rPr sz="4800" b="1">
                <a:pattFill prst="pct50">
                  <a:fgClr>
                    <a:srgbClr val="D21D54"/>
                  </a:fgClr>
                  <a:bgClr>
                    <a:srgbClr val="12CED4"/>
                  </a:bgClr>
                </a:pattFill>
                <a:latin typeface="Arial"/>
              </a:rPr>
              <a:t>MMMMMMMM</a:t>
            </a:fld>
          </a:p>
        </p:txBody>
      </p:sp>
      <p:sp>
        <p:nvSpPr>
          <p:cNvPr id="3" name="Control 3"/>
          <p:cNvSpPr txBox="1"/>
          <p:nvPr/>
        </p:nvSpPr>
        <p:spPr>
          <a:xfrm>
            <a:off x="600000" y="2500000"/>
            <a:ext cx="5000000" cy="13000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r>
              <a:rPr sz="4800" b="1">
                <a:pattFill prst="pct50">
                  <a:fgClr>
                    <a:srgbClr val="D21D54"/>
                  </a:fgClr>
                  <a:bgClr>
                    <a:srgbClr val="12CED4"/>
                  </a:bgClr>
                </a:pattFill>
                <a:latin typeface="Arial"/>
              </a:rPr>
              <a:t>MMMMMMMM</a:t>
            </a:r>
          </a:p>
        </p:txBody>
      </p:sp>
      <p:sp>
        <p:nvSpPr>
          <p:cNvPr id="4" name="Control 4"/>
          <p:cNvSpPr txBox="1"/>
          <p:nvPr/>
        </p:nvSpPr>
        <p:spPr>
          <a:xfrm>
            <a:off x="600000" y="4500000"/>
            <a:ext cx="5000000" cy="13000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fld id="{0FBB9679-570D-4509-9600-E07789CF24BB}" type="datetime">
              <a:rPr sz="4800" b="1">
                <a:pattFill prst="dnDiag">
                  <a:fgClr>
                    <a:srgbClr val="D21D54"/>
                  </a:fgClr>
                  <a:bgClr>
                    <a:srgbClr val="12CED4"/>
                  </a:bgClr>
                </a:pattFill>
                <a:latin typeface="Arial"/>
              </a:rPr>
              <a:t>MMMMMMMM</a:t>
            </a:fld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Control 2"/>
          <p:cNvSpPr txBox="1"/>
          <p:nvPr/>
        </p:nvSpPr>
        <p:spPr>
          <a:xfrm>
            <a:off x="600000" y="500000"/>
            <a:ext cx="8000000" cy="16000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r>
              <a:rPr sz="4800" b="1">
                <a:ln w="50800">
                  <a:pattFill prst="dnDiag">
                    <a:fgClr>
                      <a:srgbClr val="00A650"/>
                    </a:fgClr>
                    <a:bgClr>
                      <a:srgbClr val="FF8800"/>
                    </a:bgClr>
                  </a:pattFill>
                </a:ln>
                <a:solidFill>
                  <a:srgbClr val="101010"/>
                </a:solidFill>
                <a:latin typeface="Arial"/>
              </a:rPr>
              <a:t>OUTLINE TEXT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Control 2"/>
          <p:cNvSpPr txBox="1"/>
          <p:nvPr/>
        </p:nvSpPr>
        <p:spPr>
          <a:xfrm>
            <a:off x="600000" y="500000"/>
            <a:ext cx="5000000" cy="1500000"/>
          </a:xfrm>
          <a:prstGeom prst="rect">
            <a:avLst/>
          </a:prstGeom>
          <a:noFill/>
          <a:scene3d>
            <a:camera prst="perspectiveRelaxed">
              <a:rot lat="1800000" lon="1800000" rev="0"/>
            </a:camera>
            <a:lightRig rig="threePt" dir="t"/>
          </a:scene3d>
          <a:sp3d extrusionH="457200" prstMaterial="plastic"/>
        </p:spPr>
        <p:txBody>
          <a:bodyPr wrap="none" lIns="0" rIns="0" tIns="0" bIns="0"/>
          <a:lstStyle/>
          <a:p>
            <a:r>
              <a:rPr sz="4800" b="1">
                <a:pattFill prst="dnDiag">
                  <a:fgClr>
                    <a:srgbClr val="D21D54"/>
                  </a:fgClr>
                  <a:bgClr>
                    <a:srgbClr val="12CED4"/>
                  </a:bgClr>
                </a:pattFill>
                <a:latin typeface="Arial"/>
              </a:rPr>
              <a:t>MMMMMMMM</a:t>
            </a:r>
          </a:p>
        </p:txBody>
      </p:sp>
      <p:sp>
        <p:nvSpPr>
          <p:cNvPr id="3" name="Control 3"/>
          <p:cNvSpPr txBox="1"/>
          <p:nvPr/>
        </p:nvSpPr>
        <p:spPr>
          <a:xfrm>
            <a:off x="6137200" y="500000"/>
            <a:ext cx="5000000" cy="1500000"/>
          </a:xfrm>
          <a:prstGeom prst="rect">
            <a:avLst/>
          </a:prstGeom>
          <a:noFill/>
          <a:scene3d>
            <a:camera prst="perspectiveRelaxed">
              <a:rot lat="1800000" lon="1800000" rev="0"/>
            </a:camera>
            <a:lightRig rig="threePt" dir="t"/>
          </a:scene3d>
          <a:sp3d extrusionH="457200" prstMaterial="plastic"/>
        </p:spPr>
        <p:txBody>
          <a:bodyPr wrap="none" lIns="0" rIns="0" tIns="0" bIns="0"/>
          <a:lstStyle/>
          <a:p>
            <a:r>
              <a:rPr sz="4800" b="1">
                <a:pattFill prst="dnDiag">
                  <a:fgClr>
                    <a:srgbClr val="D21D54"/>
                  </a:fgClr>
                  <a:bgClr>
                    <a:srgbClr val="12CED4"/>
                  </a:bgClr>
                </a:pattFill>
                <a:latin typeface="Arial"/>
              </a:rPr>
              <a:t>MMMMMMMM</a:t>
            </a:r>
          </a:p>
        </p:txBody>
      </p:sp>
    </p:spTree>
  </p:cSld>
</p:sld>
</file>